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9/8/2026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mkarg984/VOIS_Internship" TargetMode="External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9880" y="3583914"/>
            <a:ext cx="8798766" cy="136188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: 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OMKAR VINOD GAIKWAD </a:t>
            </a:r>
            <a:endParaRPr lang="en-I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NAME : 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INDIA SHRI SHIVAJI MEMORIAL SOCIETY’S INSTITUTE </a:t>
            </a:r>
          </a:p>
          <a:p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OF INFORMATION TECHNOLOGY , PUNE </a:t>
            </a:r>
            <a:endParaRPr lang="en-I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878" y="2844750"/>
            <a:ext cx="11772121" cy="743448"/>
          </a:xfrm>
        </p:spPr>
        <p:txBody>
          <a:bodyPr>
            <a:noAutofit/>
          </a:bodyPr>
          <a:lstStyle/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-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SEASONAL AGRICULTURE PERFORMANCE ANALYSIS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419879" y="4772413"/>
            <a:ext cx="6494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AICTE STU ID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STU695f8daf9dc851767869871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C0EAA3-1063-07B0-F7DA-027DE011BFF7}"/>
              </a:ext>
            </a:extLst>
          </p:cNvPr>
          <p:cNvSpPr/>
          <p:nvPr/>
        </p:nvSpPr>
        <p:spPr>
          <a:xfrm>
            <a:off x="678363" y="6428792"/>
            <a:ext cx="200885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996851"/>
            <a:ext cx="6431280" cy="360798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pPr algn="just">
              <a:lnSpc>
                <a:spcPct val="1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raw agricultural data does not clearly explain how agricultural performance changes across seasons or what patterns can be observed in different seasonal conditions. </a:t>
            </a:r>
          </a:p>
          <a:p>
            <a:pPr algn="just">
              <a:lnSpc>
                <a:spcPct val="1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to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given agricultural dataset and investigate seasonal differences in agricultural performance by identifying meaningful patterns, trends, relationships and variations within the available data.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674582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F76C6D-DB8F-262E-837F-FD71D3223C3A}"/>
              </a:ext>
            </a:extLst>
          </p:cNvPr>
          <p:cNvSpPr txBox="1"/>
          <p:nvPr/>
        </p:nvSpPr>
        <p:spPr>
          <a:xfrm>
            <a:off x="998376" y="1632857"/>
            <a:ext cx="850018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agricultural performance across different seasons, including Kharif, Rabi, and Zaid, using farm-level data from multiple Indian states.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examines how environmental factors such as rainfall, temperature, humidity, soil condition, and irrigation affect crop yield, production, and profitability.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compares crop-wise and region-wise performance to identify which seasonal patterns are most suitable for specific crops and locations.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evaluates economic indicators such as cost, revenue, and profit to understand farm sustainability and resource efficiency.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is to provide data-driven insights that support better decision-making in crop selection, irrigation planning, and agricultural management.</a:t>
            </a:r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492898"/>
            <a:ext cx="8693229" cy="480526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end users of this project can be:- 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which crops perform best in each season and which irrigation method is more efficient. 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officers / extension workers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guide farmers with seasonal crop planning and resource management.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Agribusiness companies: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estimate crop productivity, market demand, and profitability trends.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Policymakers and government agencies: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agricultural planning, irrigation policies, and rural development programs.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and students: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climate-crop relationships and seasonal agricultural performance.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short, the project is useful for anyone involved in farming, agriculture planning, or agricultural data analysis.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9837"/>
            <a:ext cx="10218209" cy="1119421"/>
          </a:xfrm>
        </p:spPr>
        <p:txBody>
          <a:bodyPr>
            <a:normAutofit/>
          </a:bodyPr>
          <a:lstStyle/>
          <a:p>
            <a:r>
              <a:rPr lang="en-US" sz="4300" dirty="0"/>
              <a:t>WHO ARE THE END USERS?</a:t>
            </a:r>
            <a:endParaRPr lang="en-IN" sz="4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298103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78000" y="1408922"/>
            <a:ext cx="7640320" cy="5267086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for data analysis and visualization.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for handling and cleaning the dataset.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for numerical operations.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and Seaborn for charts and graphs.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SciPy for statistical testing.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 for project execution and documentation.</a:t>
            </a:r>
          </a:p>
          <a:p>
            <a:pPr lvl="1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445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068B82-B40E-CF5F-5090-D8CB60995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92" y="3119638"/>
            <a:ext cx="11569960" cy="34488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7C6939-0D84-5782-CD7E-D6980CA74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92" y="1201586"/>
            <a:ext cx="5579707" cy="160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7DDD1-E0C5-B498-6C2E-EB9608AFA9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0041A4-FD86-87EE-EA1E-4A1179E08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92" y="1275371"/>
            <a:ext cx="10403633" cy="516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FDF144-EE3B-75DD-82F4-1F0A55C81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76" y="1304837"/>
            <a:ext cx="8468907" cy="16956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075B25-A087-FD5E-BA8A-923FC4DD8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76" y="3148433"/>
            <a:ext cx="9393447" cy="342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3AFD4D-81B7-DA2C-0382-82C8B68F73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68"/>
          <a:stretch>
            <a:fillRect/>
          </a:stretch>
        </p:blipFill>
        <p:spPr>
          <a:xfrm>
            <a:off x="452021" y="1201587"/>
            <a:ext cx="8553236" cy="557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BFF54F-E8E3-38DC-E648-84488780A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2158894"/>
            <a:ext cx="6882091" cy="45673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C5E05A-C342-71DE-0161-FF21B415D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7" y="1275371"/>
            <a:ext cx="8392696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98" y="370589"/>
            <a:ext cx="4833257" cy="830997"/>
          </a:xfrm>
        </p:spPr>
        <p:txBody>
          <a:bodyPr>
            <a:normAutofit/>
          </a:bodyPr>
          <a:lstStyle/>
          <a:p>
            <a:r>
              <a:rPr lang="en-IN" sz="43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9BC8EC-B12E-AD32-249B-248B4598652D}"/>
              </a:ext>
            </a:extLst>
          </p:cNvPr>
          <p:cNvSpPr txBox="1"/>
          <p:nvPr/>
        </p:nvSpPr>
        <p:spPr>
          <a:xfrm>
            <a:off x="578498" y="1175659"/>
            <a:ext cx="850951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includes collecting multi-year data to study long-term seasonal trends and climate-change impacts on crop performance.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weather, soil moisture, satellite imagery, market prices, and pest alerts can be integrated to improve prediction accuracy.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Machine-learning models could forecast yield, profit, disease risk, and water requirements for individual farms.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can also be extended into a web or mobile dashboard that provides farmers with crop-selection, irrigation, fertilizer, and pest-management recommendations.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data, IoT sensors, and government schemes could further support precision farming and better agricultural planning.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hlinkClick r:id="rId3"/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1440320"/>
            <a:ext cx="7232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chemeClr val="accent2">
                    <a:lumMod val="75000"/>
                  </a:schemeClr>
                </a:solidFill>
                <a:hlinkClick r:id="rId3"/>
              </a:rPr>
              <a:t>https://github.com/omkarg984/VOIS_Internship</a:t>
            </a:r>
            <a:endParaRPr lang="en-US" u="sng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5BA541-9401-1A05-1353-A7EFAA480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56" y="1608410"/>
            <a:ext cx="6982799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51774" y="2999012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1490</TotalTime>
  <Words>548</Words>
  <Application>Microsoft Office PowerPoint</Application>
  <PresentationFormat>Widescreen</PresentationFormat>
  <Paragraphs>48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PROJECT TITLE -  SEASONAL AGRICULTURE PERFORMANCE ANALYSIS </vt:lpstr>
      <vt:lpstr>PROBLEM  STATEMENT</vt:lpstr>
      <vt:lpstr>PROJECT DESCRIPTION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Omkar Gaikwad</cp:lastModifiedBy>
  <cp:revision>100</cp:revision>
  <dcterms:created xsi:type="dcterms:W3CDTF">2021-07-11T13:13:15Z</dcterms:created>
  <dcterms:modified xsi:type="dcterms:W3CDTF">2026-09-08T06:15:37Z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